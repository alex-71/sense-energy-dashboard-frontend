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ASISTIDO · CONTROL DE ENTREGA DE REPORTES A LA CMF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portal al dashboard en cuatro pasos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0058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abre la sesión en CMF Supervisa; el asistente recorre los módulos, extrae el estado de cada reporte y lo convierte en un dashboard gerencial. Cada estación muestra qué hace Gemini y qué hacen las demás herramientas.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5257800" cy="2487168"/>
          </a:xfrm>
          <a:prstGeom prst="roundRect">
            <a:avLst>
              <a:gd name="adj" fmla="val 5147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16752" y="1572768"/>
            <a:ext cx="5623560" cy="2487168"/>
          </a:xfrm>
          <a:prstGeom prst="roundRect">
            <a:avLst>
              <a:gd name="adj" fmla="val 5147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16824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 SUPERVISA · SESIÓN DE LA PERSONA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824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· PROYECTO DEL BANCO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49424" y="2743200"/>
            <a:ext cx="1856232" cy="0"/>
          </a:xfrm>
          <a:prstGeom prst="line">
            <a:avLst/>
          </a:prstGeom>
          <a:noFill/>
          <a:ln w="28575">
            <a:solidFill>
              <a:srgbClr val="4A6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46904" y="2743200"/>
            <a:ext cx="1993392" cy="0"/>
          </a:xfrm>
          <a:prstGeom prst="line">
            <a:avLst/>
          </a:prstGeom>
          <a:noFill/>
          <a:ln w="28575">
            <a:solidFill>
              <a:srgbClr val="4A6FA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81544" y="2743200"/>
            <a:ext cx="1901952" cy="0"/>
          </a:xfrm>
          <a:prstGeom prst="line">
            <a:avLst/>
          </a:prstGeom>
          <a:noFill/>
          <a:ln w="28575">
            <a:solidFill>
              <a:srgbClr val="4A6F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359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 · capturas · HTML · PDF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08176" y="2322576"/>
            <a:ext cx="841248" cy="841248"/>
          </a:xfrm>
          <a:prstGeom prst="ellipse">
            <a:avLst/>
          </a:prstGeom>
          <a:solidFill>
            <a:srgbClr val="E6ECF5"/>
          </a:solidFill>
          <a:ln w="28575">
            <a:solidFill>
              <a:srgbClr val="4A6F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5688" y="2194560"/>
            <a:ext cx="237744" cy="237744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75688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55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asistida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493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entra; el asistente trabaja en su sesión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05656" y="2322576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2194560"/>
            <a:ext cx="237744" cy="237744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3168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246120" y="3255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interés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3493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· acuses · observaciones de los 18 reportes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0296" y="2322576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07808" y="2194560"/>
            <a:ext cx="237744" cy="237744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07808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3255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3493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pantalla y PDF a filas con esquema fijo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01200" y="2240280"/>
            <a:ext cx="1005840" cy="1005840"/>
          </a:xfrm>
          <a:prstGeom prst="ellipse">
            <a:avLst/>
          </a:prstGeom>
          <a:solidFill>
            <a:srgbClr val="E9EEF6"/>
          </a:solidFill>
          <a:ln w="19050">
            <a:solidFill>
              <a:srgbClr val="6A9B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83496" y="2322576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51008" y="2194560"/>
            <a:ext cx="237744" cy="237744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51008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3255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gerencial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3493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entrega, resumen y preguntas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45920" y="2624328"/>
            <a:ext cx="36576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34517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0" y="2926080"/>
            <a:ext cx="182880" cy="0"/>
          </a:xfrm>
          <a:prstGeom prst="line">
            <a:avLst/>
          </a:prstGeom>
          <a:noFill/>
          <a:ln w="19050">
            <a:solidFill>
              <a:srgbClr val="34517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0" y="2862072"/>
            <a:ext cx="0" cy="64008"/>
          </a:xfrm>
          <a:prstGeom prst="line">
            <a:avLst/>
          </a:prstGeom>
          <a:noFill/>
          <a:ln w="19050">
            <a:solidFill>
              <a:srgbClr val="34517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52544" y="256946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3451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3712" y="256946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34517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52544" y="277063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34517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53712" y="277063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34517D"/>
          </a:solidFill>
          <a:ln w="12700">
            <a:solidFill>
              <a:srgbClr val="34517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95160" y="25420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921240" y="2761488"/>
            <a:ext cx="100584" cy="146304"/>
          </a:xfrm>
          <a:prstGeom prst="rect">
            <a:avLst/>
          </a:prstGeom>
          <a:solidFill>
            <a:srgbClr val="34517D"/>
          </a:solidFill>
          <a:ln w="12700">
            <a:solidFill>
              <a:srgbClr val="34517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58400" y="2670048"/>
            <a:ext cx="100584" cy="237744"/>
          </a:xfrm>
          <a:prstGeom prst="rect">
            <a:avLst/>
          </a:prstGeom>
          <a:solidFill>
            <a:srgbClr val="34517D"/>
          </a:solidFill>
          <a:ln w="12700">
            <a:solidFill>
              <a:srgbClr val="34517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95560" y="2578608"/>
            <a:ext cx="100584" cy="329184"/>
          </a:xfrm>
          <a:prstGeom prst="rect">
            <a:avLst/>
          </a:prstGeom>
          <a:solidFill>
            <a:srgbClr val="34517D"/>
          </a:solidFill>
          <a:ln w="12700">
            <a:solidFill>
              <a:srgbClr val="34517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95728" y="2029968"/>
            <a:ext cx="155448" cy="155448"/>
          </a:xfrm>
          <a:prstGeom prst="ellipse">
            <a:avLst/>
          </a:prstGeom>
          <a:solidFill>
            <a:srgbClr val="5B6470"/>
          </a:solidFill>
          <a:ln w="12700">
            <a:solidFill>
              <a:srgbClr val="5B64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31720" y="2212848"/>
            <a:ext cx="283464" cy="182880"/>
          </a:xfrm>
          <a:prstGeom prst="roundRect">
            <a:avLst>
              <a:gd name="adj" fmla="val 50000"/>
            </a:avLst>
          </a:prstGeom>
          <a:solidFill>
            <a:srgbClr val="5B6470"/>
          </a:solidFill>
          <a:ln w="12700">
            <a:solidFill>
              <a:srgbClr val="5B647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697480" y="1993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+ Clave Única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2697480" y="21762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persona · nunca el sistema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8640" y="4224528"/>
            <a:ext cx="11091672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4279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GEMINI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8640" y="5230368"/>
            <a:ext cx="11091672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5285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HERRAMIENTAS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09498" y="4517136"/>
            <a:ext cx="1638605" cy="274320"/>
          </a:xfrm>
          <a:prstGeom prst="roundRect">
            <a:avLst>
              <a:gd name="adj" fmla="val 50000"/>
            </a:avLst>
          </a:prstGeom>
          <a:solidFill>
            <a:srgbClr val="F6F1D9"/>
          </a:solidFill>
          <a:ln w="12700">
            <a:solidFill>
              <a:srgbClr val="C9B458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1009498" y="4517136"/>
            <a:ext cx="1638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Computer Use · preview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69848" y="552297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69848" y="55229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controlado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130198" y="5852160"/>
            <a:ext cx="139720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130198" y="5852160"/>
            <a:ext cx="1397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sesión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706978" y="4517136"/>
            <a:ext cx="1638605" cy="274320"/>
          </a:xfrm>
          <a:prstGeom prst="roundRect">
            <a:avLst>
              <a:gd name="adj" fmla="val 50000"/>
            </a:avLst>
          </a:prstGeom>
          <a:solidFill>
            <a:srgbClr val="F6F1D9"/>
          </a:solidFill>
          <a:ln w="12700">
            <a:solidFill>
              <a:srgbClr val="C9B458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3706978" y="4517136"/>
            <a:ext cx="1638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Computer Use · preview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556102" y="4846320"/>
            <a:ext cx="1940357" cy="27432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556102" y="4846320"/>
            <a:ext cx="1940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Flash · lectura de pantalla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67328" y="5522976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767328" y="55229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normativo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737153" y="5852160"/>
            <a:ext cx="15782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737153" y="5852160"/>
            <a:ext cx="1578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· HTML · PDF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20917" y="4517136"/>
            <a:ext cx="1880006" cy="27432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420917" y="4517136"/>
            <a:ext cx="1880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Pro / Flash · esquema JSON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511442" y="5522976"/>
            <a:ext cx="1698955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511442" y="5522976"/>
            <a:ext cx="1698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· Document AI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81267" y="5852160"/>
            <a:ext cx="175930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481267" y="5852160"/>
            <a:ext cx="1759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· BigQuery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435694" y="4517136"/>
            <a:ext cx="1336853" cy="27432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435694" y="4517136"/>
            <a:ext cx="13368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Resumen ejecutivo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103766" y="4846320"/>
            <a:ext cx="2000707" cy="274320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103766" y="4846320"/>
            <a:ext cx="2000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Gemini en Looker · consultas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314993" y="5522976"/>
            <a:ext cx="15782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314993" y="5522976"/>
            <a:ext cx="1578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· reglas SQL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194292" y="5852160"/>
            <a:ext cx="1819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194292" y="585216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· Scheduler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48640" y="62362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reglas: </a:t>
            </a:r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credencial es de la persona · solo lectura en el portal · Gemini explica, la regla decide.  </a:t>
            </a:r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confirmar: disponibilidad de Computer Use (preview) y de Gemini en Looker.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464040" y="63002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646920" y="6236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0195560" y="63002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6F1D9"/>
          </a:solidFill>
          <a:ln w="12700">
            <a:solidFill>
              <a:srgbClr val="C9B458"/>
            </a:solidFill>
            <a:prstDash val="dash"/>
          </a:ln>
        </p:spPr>
      </p:sp>
      <p:sp>
        <p:nvSpPr>
          <p:cNvPr id="90" name="Text 88"/>
          <p:cNvSpPr txBox="1"/>
          <p:nvPr/>
        </p:nvSpPr>
        <p:spPr>
          <a:xfrm>
            <a:off x="10378440" y="6236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preview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1018520" y="63002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1201400" y="6236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2026-10-12T19:12:05Z</dcterms:created>
  <dcterms:modified xsi:type="dcterms:W3CDTF">2026-10-12T19:12:05Z</dcterms:modified>
</cp:coreProperties>
</file>